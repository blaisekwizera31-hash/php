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007336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5715000" cy="1143000"/>
          <a:chOff x="0" y="0"/>
          <a:chExt cx="5715000" cy="1143000"/>
        </a:xfrm>
      </p:grpSpPr>
      <p:sp>
        <p:nvSpPr>
          <p:cNvPr id="2" name=""/>
          <p:cNvSpPr txBox="1"/>
          <p:nvPr/>
        </p:nvSpPr>
        <p:spPr>
          <a:xfrm>
            <a:off x="0" y="0"/>
            <a:ext cx="5715000" cy="1143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i="1" strike="noStrike" sz="4000" spc="0" u="none" cap="none">
                <a:solidFill>
                  <a:srgbClr val="d">
                    <a:alpha val="100000"/>
                  </a:srgbClr>
                </a:solidFill>
                <a:latin typeface="Calibri"/>
              </a:rPr>
              <a:t><![CDATA[My names are Isingizwe kwizera blaise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5715000" cy="1143000"/>
          <a:chOff x="0" y="0"/>
          <a:chExt cx="5715000" cy="1143000"/>
        </a:xfrm>
      </p:grpSpPr>
      <p:sp>
        <p:nvSpPr>
          <p:cNvPr id="2" name=""/>
          <p:cNvSpPr txBox="1"/>
          <p:nvPr/>
        </p:nvSpPr>
        <p:spPr>
          <a:xfrm>
            <a:off x="0" y="0"/>
            <a:ext cx="5715000" cy="1143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5000" spc="0" u="1" cap="none">
                <a:solidFill>
                  <a:srgbClr val="ue">
                    <a:alpha val="100000"/>
                  </a:srgbClr>
                </a:solidFill>
                <a:latin typeface="Calibri"/>
              </a:rPr>
              <a:t><![CDATA[I DID THIS ALSO THIS SECOND SLIDE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">
  <a:themeElements>
    <a:clrScheme name="Theme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2026-02-14T08:18:12Z</dcterms:created>
  <dcterms:modified xsi:type="dcterms:W3CDTF">2026-02-14T08:18:12Z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