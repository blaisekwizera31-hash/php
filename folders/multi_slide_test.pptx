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svg" ContentType="image/svg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gif" ContentType="image/gif"/>
  <Default Extension="jpg" ContentType="image/jpeg"/>
  <Default Extension="jpeg" ContentType="image/jpeg"/>
  <Default Extension="png" ContentType="image/png"/>
  <Default Extension="xlsx" ContentType="application/vnd.openxmlformats-officedocument.spreadsheetml.sheet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  <Relationship Id="rId2" Type="http://schemas.openxmlformats.org/package/2006/relationships/metadata/core-properties" Target="docProps/core.xml"/>
  <Relationship Id="rId3" Type="http://schemas.openxmlformats.org/officeDocument/2006/relationships/extended-properties" Target="docProps/app.xml"/>
  <Relationship Id="rId4" Type="http://schemas.openxmlformats.org/officeDocument/2006/relationships/custom-properties" Target="docProps/custom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9144000" cy="6858000" type="screen4x3"/>
  <p:notesSz cx="6858000" cy="9144000"/>
  <p:defaultTextStyle>
    <a:defPPr>
      <a:defRPr lang="fr-FR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 lastView="sldView">
  <p:slideViewPr>
    <p:cSldViewPr>
      <p:cViewPr>
        <p:scale>
          <a:sx d="100" n="100"/>
          <a:sy d="100" n="100"/>
        </p:scale>
        <p:origin x="0" y="0"/>
      </p:cViewPr>
    </p:cSldViewPr>
  </p:slideViewPr>
</p:viewPr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theme" Target="theme/theme1.xml"/>
  <Relationship Id="rId3" Type="http://schemas.openxmlformats.org/officeDocument/2006/relationships/slide" Target="slides/slide1.xml"/>
  <Relationship Id="rId4" Type="http://schemas.openxmlformats.org/officeDocument/2006/relationships/slide" Target="slides/slide2.xml"/>
  <Relationship Id="rId5" Type="http://schemas.openxmlformats.org/officeDocument/2006/relationships/presProps" Target="presProps.xml"/>
  <Relationship Id="rId6" Type="http://schemas.openxmlformats.org/officeDocument/2006/relationships/viewProps" Target="viewProps.xml"/>
  <Relationship Id="rId7" Type="http://schemas.openxmlformats.org/officeDocument/2006/relationships/tableStyles" Target="tableStyles.xml"/>
</Relationships>
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460070882" r:id="rId1"/>
  </p:sldLayoutIdLst>
  <p:txStyles>
    <p:titleStyle>
      <a:lvl1pPr algn="ctr">
        <a:defRPr sz="4400" kern="1200">
          <a:solidFill>
            <a:schemeClr val="lt1"/>
          </a:solidFill>
        </a:defRPr>
      </a:lvl1pPr>
      <a:extLst/>
    </p:titleStyle>
    <p:bodyStyle>
      <a:lvl1pPr algn="ctr" indent="-342900">
        <a:defRPr sz="3200" kern="1200">
          <a:solidFill>
            <a:schemeClr val="tx1"/>
          </a:solidFill>
        </a:defRPr>
      </a:lvl1pPr>
      <a:extLst/>
    </p:bodyStyle>
    <p:otherStyle>
      <a:defPPr algn="ctr">
        <a:defRPr kern="1200">
          <a:solidFill>
            <a:schemeClr val="tx1"/>
          </a:solidFill>
        </a:defRPr>
      </a:defPPr>
      <a:extLst/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714500" y="952500"/>
          <a:ext cx="7429500" cy="1905000"/>
          <a:chOff x="1714500" y="952500"/>
          <a:chExt cx="7429500" cy="1905000"/>
        </a:xfrm>
      </p:grpSpPr>
      <p:sp>
        <p:nvSpPr>
          <p:cNvPr id="2" name=""/>
          <p:cNvSpPr txBox="1"/>
          <p:nvPr/>
        </p:nvSpPr>
        <p:spPr>
          <a:xfrm>
            <a:off x="1714500" y="952500"/>
            <a:ext cx="5715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b="1" strike="noStrike" sz="4000" spc="0" u="none" cap="none">
                <a:solidFill>
                  <a:srgbClr val="0000FF">
                    <a:alpha val="100000"/>
                  </a:srgbClr>
                </a:solidFill>
                <a:latin typeface="Calibri"/>
              </a:rPr>
              <a:t><![CDATA[This is Slide Number 1]]>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1714500" y="952500"/>
          <a:ext cx="7429500" cy="1905000"/>
          <a:chOff x="1714500" y="952500"/>
          <a:chExt cx="7429500" cy="1905000"/>
        </a:xfrm>
      </p:grpSpPr>
      <p:sp>
        <p:nvSpPr>
          <p:cNvPr id="2" name=""/>
          <p:cNvSpPr txBox="1"/>
          <p:nvPr/>
        </p:nvSpPr>
        <p:spPr>
          <a:xfrm>
            <a:off x="1714500" y="952500"/>
            <a:ext cx="5715000" cy="952500"/>
          </a:xfrm>
          <a:prstGeom prst="rect">
            <a:avLst/>
          </a:prstGeom>
          <a:noFill/>
        </p:spPr>
        <p:txBody>
          <a:bodyPr anchorCtr="0" rtlCol="0" vert="horz" bIns="45720" lIns="91440" rIns="91440" tIns="45720">
            <a:spAutoFit/>
          </a:bodyPr>
          <a:lstStyle/>
          <a:p>
            <a:pPr algn="l" rtl="0" fontAlgn="base" marL="0" marR="0" indent="0"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i="1" strike="noStrike" sz="4000" spc="0" u="none" cap="none">
                <a:solidFill>
                  <a:srgbClr val="008000">
                    <a:alpha val="100000"/>
                  </a:srgbClr>
                </a:solidFill>
                <a:latin typeface="Calibri"/>
              </a:rPr>
              <a:t><![CDATA[This is Slide Number 2]]>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69">
  <a:themeElements>
    <a:clrScheme name="Theme69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heme69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Theme69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2</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" baseType="lpstr">
      <vt:lpstr>Office Theme</vt:lpstr>
    </vt:vector>
  </TitlesOfParts>
  <Company>Unknown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Unknown Creator</dc:creator>
  <cp:lastModifiedBy>Unknown Creator</cp:lastModifiedBy>
  <dcterms:created xsi:type="dcterms:W3CDTF">2026-02-14T07:36:49Z</dcterms:created>
  <dcterms:modified xsi:type="dcterms:W3CDTF">2026-02-14T07:36:49Z</dcterms:modified>
  <dc:title>Untitled Presentation</dc:title>
  <dc:description/>
  <dc:subject/>
  <cp:keywords/>
  <cp:category/>
  <cp:revision/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