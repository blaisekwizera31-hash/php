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presProps" Target="presProps.xml"/>
  <Relationship Id="rId6" Type="http://schemas.openxmlformats.org/officeDocument/2006/relationships/viewProps" Target="viewProps.xml"/>
  <Relationship Id="rId7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460071029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42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714500" y="952500"/>
          <a:ext cx="7429500" cy="1905000"/>
          <a:chOff x="1714500" y="952500"/>
          <a:chExt cx="7429500" cy="1905000"/>
        </a:xfrm>
      </p:grpSpPr>
      <p:sp>
        <p:nvSpPr>
          <p:cNvPr id="2" name=""/>
          <p:cNvSpPr txBox="1"/>
          <p:nvPr/>
        </p:nvSpPr>
        <p:spPr>
          <a:xfrm>
            <a:off x="1714500" y="952500"/>
            <a:ext cx="5715000" cy="952500"/>
          </a:xfrm>
          <a:prstGeom prst="rect">
            <a:avLst/>
          </a:prstGeom>
          <a:noFill/>
        </p:spPr>
        <p:txBody>
          <a:bodyPr anchorCtr="0" rtlCol="0" vert="horz" bIns="45720" lIns="91440" rIns="91440" tIns="45720">
            <a:spAutoFit/>
          </a:bodyPr>
          <a:lstStyle/>
          <a:p>
            <a:pPr algn="l" rtl="0" fontAlgn="base" marL="0" marR="0" indent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strike="noStrike" sz="4000" spc="0" u="none" cap="none">
                <a:solidFill>
                  <a:srgbClr val="0000FF">
                    <a:alpha val="100000"/>
                  </a:srgbClr>
                </a:solidFill>
                <a:latin typeface="Calibri"/>
              </a:rPr>
              <a:t><![CDATA[This is Slide Number 1]]>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5715000" cy="952500"/>
          <a:chOff x="0" y="0"/>
          <a:chExt cx="5715000" cy="952500"/>
        </a:xfrm>
      </p:grpSpPr>
      <p:sp>
        <p:nvSpPr>
          <p:cNvPr id="2" name=""/>
          <p:cNvSpPr txBox="1"/>
          <p:nvPr/>
        </p:nvSpPr>
        <p:spPr>
          <a:xfrm>
            <a:off x="0" y="0"/>
            <a:ext cx="5715000" cy="952500"/>
          </a:xfrm>
          <a:prstGeom prst="rect">
            <a:avLst/>
          </a:prstGeom>
          <a:noFill/>
        </p:spPr>
        <p:txBody>
          <a:bodyPr anchorCtr="0" rtlCol="0" vert="horz" bIns="45720" lIns="91440" rIns="91440" tIns="45720">
            <a:spAutoFit/>
          </a:bodyPr>
          <a:lstStyle/>
          <a:p>
            <a:pPr algn="l" rtl="0" fontAlgn="base" marL="0" marR="0" indent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i="1" strike="noStrike" sz="4000" spc="0" u="none" cap="none">
                <a:solidFill>
                  <a:srgbClr val="008000">
                    <a:alpha val="100000"/>
                  </a:srgbClr>
                </a:solidFill>
                <a:latin typeface="Calibri"/>
              </a:rPr>
              <a:t><![CDATA[This is Slide Number 2]]>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97">
  <a:themeElements>
    <a:clrScheme name="Theme9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97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9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b="180000" l="50000" r="50000" t="-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b="50000" l="50000" r="50000" t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Unknown Company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2026-02-14T07:39:16Z</dcterms:created>
  <dcterms:modified xsi:type="dcterms:W3CDTF">2026-02-14T07:39:16Z</dcterms:modified>
  <dc:title>Untitled Presentation</dc:title>
  <dc:description/>
  <dc:subject/>
  <cp:keywords/>
  <cp:category/>
  <cp:revision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